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code review for the age of AI-written code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Aura-powered engineering intelligence for reviewing AI-written code.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now writes a large and growing share of the code that reaches review.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AI reviewers only see the current diff - not architecture, history, or incidents.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Reviewers lack context: who owns this, what broke before, what decisions apply.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risky AI-generated changes merge, and the same mistakes repeat.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the engineering system as a knowledge graph: PRs, files, modules, services, deps.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an Aura agent on top that reasons over those relationships and cites graph evidence.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persistent memory so the agent learns from every review, incident, and decision.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review is a context problem - so we give the agent the full context.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system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48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3840480" cy="2468880"/>
          </a:xfrm>
          <a:prstGeom prst="roundRect">
            <a:avLst>
              <a:gd name="adj" fmla="val 2222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258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:4000 + UI :5173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· Assess · 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417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(any Bolt)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141732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417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(optional LLM)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40280" y="1664208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40280" y="2468880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224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607040" y="2240280"/>
            <a:ext cx="0" cy="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Generic: any GitHub/GitLab repo + any Neo4j — configured in .env only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Diff-only vs. ReviewGraph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AI reviewers see: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current diff.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 sees: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diff + architecture + history + incidents + team knowledge + previous decisions.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it at any GitHub or GitLab repo with credentials only — same engine for every organization.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answers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Capability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Question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Powered by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explanation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is this PR risky?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evidence-cited assessment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Reviewer recommendation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should review this?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ownership + history + security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propagation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could break if it merges?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-&gt; services -&gt; consumers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Architectural compliance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Does this violate our architecture?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ADRs + forbidden deps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Incident-aware review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Has this caused problems before?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incidents + historical PRs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value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&amp; adoption: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verdict is explainable with cited graph evidence.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risk: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 coupling regressions, blast radius, and policy violations before merge.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Compounding knowledge: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memory records decisions, lessons, and past assessments.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reviews: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PRs to the right reviewers automatically.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 is an Aura-powered engineering intelligence agent that combines code relationships, architectural knowledge, and persistent memory to deliver explainable code reviews and impact analysis.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bigger, more defensible product than a standalone AI code reviewer.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ReviewGraph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ReviewGraph AI - Business Overview</dc:title>
  <dc:subject>Business overview</dc:subject>
  <dc:creator>ReviewGraph AI</dc:creator>
  <cp:lastModifiedBy>ReviewGraph AI</cp:lastModifiedBy>
  <cp:revision>1</cp:revision>
  <dcterms:created xsi:type="dcterms:W3CDTF">2026-06-03T09:15:23Z</dcterms:created>
  <dcterms:modified xsi:type="dcterms:W3CDTF">2026-06-03T09:15:23Z</dcterms:modified>
</cp:coreProperties>
</file>