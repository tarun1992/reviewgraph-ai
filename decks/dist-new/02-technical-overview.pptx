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ReviewGraph AI works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layers: Code Intelligence Graph, Aura Agent, and Agent Memory. Node.js, React, Neo4j, Cypher.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three layers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3 — Agent Memory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· Lesson · Incident · RiskAssessment · Evidence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CCFB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 — Aura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→ Text2Cypher / tools → Cypher → Results → Explanation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DBEAFE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91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1 — Code Intelligence Graph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 · File · Module · Service · Developer · ReviewComment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06440" y="3063240"/>
            <a:ext cx="0" cy="-32004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06440" y="2194560"/>
            <a:ext cx="0" cy="-32004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31520" y="4160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 runs in-app (questions.js) or hosted Aura Console (agent.json)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system context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0E7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48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GitLab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325880"/>
            <a:ext cx="3840480" cy="2468880"/>
          </a:xfrm>
          <a:prstGeom prst="roundRect">
            <a:avLst>
              <a:gd name="adj" fmla="val 2222"/>
            </a:avLst>
          </a:prstGeom>
          <a:solidFill>
            <a:srgbClr val="1D4ED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32588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:4000 + UI :5173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 · Assess · Ask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41732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417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(any Bolt)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509760" y="141732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CCFB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0" y="14173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(optional LLM)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40280" y="1664208"/>
            <a:ext cx="4114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40280" y="2468880"/>
            <a:ext cx="4114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92240" y="1828800"/>
            <a:ext cx="3657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0" y="1828800"/>
            <a:ext cx="3657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607040" y="2240280"/>
            <a:ext cx="0" cy="32004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0080" y="3977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Generic: any GitHub/GitLab repo + any Neo4j — configured in .env only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ingestion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/ GitLab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2316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gitlab.js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2336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4340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dataset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6364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applyDataset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6384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8388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questions.js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78408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0412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0412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seed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13258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0E7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325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.env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34440" y="1783080"/>
            <a:ext cx="0" cy="22860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48640" y="3200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CODEOWNERS + .reviewgraph.json fetched from target repo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Ask the Graph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828800"/>
            <a:ext cx="123444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UI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tab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74520" y="1828800"/>
            <a:ext cx="132588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82880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/api/ask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1D4ED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691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auraAgent.js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+ invoke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0" y="182880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CCFB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8288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Text2Cypher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0" y="182880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D1FAE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8288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66760" y="182880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8288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21240" y="173736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21240" y="17373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questions.js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37360" y="2121408"/>
            <a:ext cx="2743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37560" y="2121408"/>
            <a:ext cx="2743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37760" y="2121408"/>
            <a:ext cx="2743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37960" y="2121408"/>
            <a:ext cx="2743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29800" y="2514600"/>
            <a:ext cx="0" cy="32004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829800" y="2331720"/>
            <a:ext cx="-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02920" y="3063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Live: Aura Agent in-app when AURA_* keys are set; credentials stay on server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520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shows Aura Live + Neo4j Connected; sanitized JSON only to browser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Aura Agent integration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371600"/>
            <a:ext cx="5303520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4937760" cy="41148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A — In-app (live Aura + Neo4j)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83080" y="201168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2011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/api/ask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201168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1D4ED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01168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auraAgent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0" y="201168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CCFB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2011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API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201168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D1FAE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0116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91640" y="2258568"/>
            <a:ext cx="7315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697480" y="2258568"/>
            <a:ext cx="7315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03320" y="2258568"/>
            <a:ext cx="7315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09160" y="2258568"/>
            <a:ext cx="7315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63640" y="137160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37160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150876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508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B — Aura Console UI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20116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0116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18120" y="201168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CCFB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20116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Agent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235440" y="201168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CCFB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0" y="20116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Text2Cypher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tools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561320" y="201168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61320" y="2011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26680" y="2258568"/>
            <a:ext cx="109728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52560" y="2258568"/>
            <a:ext cx="109728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378440" y="2258568"/>
            <a:ext cx="109728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02920" y="3840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agent.json = same tools; AURA_* secrets only in server .env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schema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Nodes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Tells you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L1 Code &amp; review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PullRequest, File, Module, ReviewComment, AIChange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the AI changed and what reviewers flagged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L2 Operations &amp; org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Service, Team, Incident, Deployment, ADR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Impact, ownership, history, policy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L3 Agent memory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Decision, Lesson, RiskAssessment, Evidence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we learned and decided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workflow (a PR opens)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Analyze the diff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modified files, modules, and AI-introduced changes.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Query the graph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impacted services, reviewers, similar PRs, related incidents.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Retrieve memory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previous decisions, reviewer notes, architecture rules.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Generate review report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verdict with cited graph evidence.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-&gt; graph traversal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108960"/>
                <a:gridCol w="5029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Cypher tool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Traversal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Reviewer recommendation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recommend_reviewers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 -&gt; File -&gt; Service &lt;- Team -&gt; Developer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propagation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risk_propagation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 -&gt; Files -&gt; Modules -&gt; Services -&gt; Consumers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Architectural compliance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architecture_compliance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 -INTRODUCES-&gt; Service &lt;-FORBIDS- Decision -&gt; ADR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Incident-aware review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related_incidents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 -&gt; Services &lt;- Incident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assessment engine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risk factor adds weighted evidence with a severity and graph citations.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= base + sum(weights), clamped 0-100; level derived from score.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verdict without evidence - the summary lists the high-severity drivers.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Impacts surface recommended reviewers and downstream services right in the assessment.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enter configuration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5943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 repo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.env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GITHUB_REPO, GITHUB_TOKEN, GITHUB_API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GitLab project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.env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GITLAB_PROJECT, GITLAB_TOKEN, GITLAB_API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Neo4j database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.env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NEO4J_URI, NEO4J_USER, NEO4J_PASSWORD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ADRs / rules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 repo root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.reviewgraph.json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Ownership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 repo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CODEOWNERS / .gitlab/CODEOWNERS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Hosted Aura Agent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 .env + Console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AURA_CLIENT_ID, SECRET, INVOKE_URL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Aura Console UI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Agents playground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agent.json + aura-console-agent-setup.md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Ask in app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Ask the Graph tab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Aura via server/auraAgent.js — no secrets in browser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Neo4j + Aura in this app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Neo4j: live Bolt queries when NEO4J_URI is set (UI: Neo4j Connected).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Agent: live invoke via server/auraAgent.js when AURA_* keys are set (UI: Aura Live).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Fallback: questions.js rule-based Text2Cypher if Aura is unavailable.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Security: credentials in .env only; clientSafe.js sanitizes API responses.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&amp; ADRs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docs/IMPLEMENTATION.md — full feature checklist (done vs planned).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docs/CONFIGURATION.md — credentials and entry points.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docs/adr/ — ADR-001 Neo4j, ADR-002 VCS, ADR-003 evidence, ADR-004 Aura, ADR-005 memory, ADR-006 fallback.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ReviewGraph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ReviewGraph AI - Technical Overview</dc:title>
  <dc:subject>Technical overview</dc:subject>
  <dc:creator>ReviewGraph AI</dc:creator>
  <cp:lastModifiedBy>ReviewGraph AI</cp:lastModifiedBy>
  <cp:revision>1</cp:revision>
  <dcterms:created xsi:type="dcterms:W3CDTF">2026-06-03T08:28:17Z</dcterms:created>
  <dcterms:modified xsi:type="dcterms:W3CDTF">2026-06-03T08:28:17Z</dcterms:modified>
</cp:coreProperties>
</file>