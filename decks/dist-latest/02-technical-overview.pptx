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ReviewGraph AI works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layers: Code Intelligence Graph, Aura Agent, and Agent Memory. Node.js, React, Neo4j, Cypher.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three layers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 — Agent 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· Lesson · Incident · RiskAssessment · Evidence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— Aura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→ Text2Cypher / tools → Cypher → Results → Explanation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— Code Intelligence 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· File · Module · Service · Developer · ReviewComment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3063240"/>
            <a:ext cx="0" cy="-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194560"/>
            <a:ext cx="0" cy="-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" y="4160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runs in-app (questions.js) or hosted Aura Console (agent.json)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system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3840480" cy="246888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:4000 + UI :5173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· Assess · 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(any Bolt)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14173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417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(optional LLM)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1664208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0280" y="2468880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07040" y="224028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Generic: any GitHub/GitLab repo + any Neo4j — configured in .env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ingestion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/ GitLab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gitlab.js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applyDataset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8408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041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seed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13258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1783080"/>
            <a:ext cx="0" cy="2286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CODEOWNERS + docs/reviewgraph-config.json (full file from PR head branch)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Ask the Graph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28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8288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auraAgent.js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+ invoke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Text2Cypher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828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21240" y="173736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737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251460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29800" y="2331720"/>
            <a:ext cx="-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2920" y="3063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Aura Agent in-app when AURA_* keys are set; credentials stay on server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shows Aura Live + Neo4j Connected; sanitized JSON only to browser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Aura Agent integration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71600"/>
            <a:ext cx="5303520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937760" cy="41148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A — In-app (live Aura + Neo4j)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20116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011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0116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01168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auraAgent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0" y="201168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011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0116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011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9748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332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2258568"/>
            <a:ext cx="73152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137160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37160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50876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B — Aura Console UI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0116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116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18120" y="201168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20116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35440" y="20116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20116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Text2Cypher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tools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561320" y="20116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61320" y="2011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26680" y="2258568"/>
            <a:ext cx="109728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52560" y="2258568"/>
            <a:ext cx="109728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78440" y="2258568"/>
            <a:ext cx="109728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0292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agent.json = same tools; AURA_* secrets only in server .env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schema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Tells you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L1 Code &amp; review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PullRequest, File, Module, ReviewComment, AIChange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AI changed and what reviewers flagged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L2 Operations &amp; org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Service, Team, Incident, Deployment, ADR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Impact, ownership, history, policy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L3 Agent memory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Decision, Lesson, RiskAssessment, Evidence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we learned and decided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workflow (a PR opens)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Analyze the diff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modified files, modules, and AI-introduced changes.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Query the graph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impacted services, reviewers, similar PRs, related incidents.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Retrieve memory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previous decisions, reviewer notes, architecture rules.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Generate review report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verdict with cited graph evidence.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-&gt; graph traversal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5029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Cypher tool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Traversal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Reviewer recommendation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recommend_reviewers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File -&gt; Service &lt;- Team -&gt; Developer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propagation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risk_propagation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Files -&gt; Modules -&gt; Services -&gt; Consumers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Architectural compliance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architecture_compliance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-INTRODUCES-&gt; Service &lt;-FORBIDS- Decision -&gt; ADR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Incident-aware review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related_incidents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-&gt; Services &lt;- Incident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assessment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risk factor adds weighted evidence with a severity and graph citations.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= base + sum(weights), clamped 0-100; level derived from score.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verdict without evidence - the summary lists the high-severity drivers.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Impacts surface recommended reviewers and downstream services right in the assessment.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enter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repo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GITHUB_REPO, GITHUB_TOKEN, GITHUB_API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 project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GITLAB_PROJECT, GITLAB_TOKEN, GITLAB_API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 database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.env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NEO4J_URI, NEO4J_USER, NEO4J_PASSWORD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ADRs / rules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repo root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.reviewgraph.json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Ownership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repo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CODEOWNERS / .gitlab/CODEOWNERS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Hosted Aura Agent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.env + Console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AURA_CLIENT_ID, SECRET, INVOKE_URL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Aura Console UI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Agents playground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agent.json + aura-console-agent-setup.md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Ask in app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Ask the Graph tab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Aura via server/auraAgent.js — no secrets in browser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Neo4j + Aura in this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Neo4j: live Bolt queries when NEO4J_URI is set (UI: Neo4j Connected).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Agent: live invoke via server/auraAgent.js when AURA_* keys are set (UI: Aura Live).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 questions.js rule-based Text2Cypher if Aura is unavailable.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credentials in .env only; clientSafe.js sanitizes API responses.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ADRs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docs/IMPLEMENTATION.md — full feature checklist (done vs planned).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docs/CONFIGURATION.md — credentials and entry points.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docs/adr/ — ADR-001 Neo4j, ADR-002 VCS, ADR-003 evidence, ADR-004 Aura, ADR-005 memory, ADR-006 fallback.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Technical Overview</dc:title>
  <dc:subject>Technical overview</dc:subject>
  <dc:creator>ReviewGraph AI</dc:creator>
  <cp:lastModifiedBy>ReviewGraph AI</cp:lastModifiedBy>
  <cp:revision>1</cp:revision>
  <dcterms:created xsi:type="dcterms:W3CDTF">2026-06-03T09:15:23Z</dcterms:created>
  <dcterms:modified xsi:type="dcterms:W3CDTF">2026-06-03T09:15:23Z</dcterms:modified>
</cp:coreProperties>
</file>