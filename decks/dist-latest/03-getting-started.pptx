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clone to a running review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demo, explore the flagship PR, and deploy to Neo4j Aura.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Prerequisites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20+ and npm.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Optional: a Neo4j Aura (free tier) or Neo4j Desktop instance.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database needed for the demo - it runs on an in-memory graph.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Install &amp; run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install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installs app + deck dependencies.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:4000 + UI :5173 (Vite proxies /api — no CORS issues).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http://127.0.0.1:5173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· Ask the Graph · Graph Evidence (zoom/pan) · Memory.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deploy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 Neo4j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06040" y="2286000"/>
            <a:ext cx="228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AURA_* keys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83480" y="2286000"/>
            <a:ext cx="228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1208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60920" y="2286000"/>
            <a:ext cx="228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8952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seed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738360" y="2286000"/>
            <a:ext cx="228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96696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Graph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→ Ingest → Graph → Optional hosted Aura Agent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system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3840480" cy="2468880"/>
          </a:xfrm>
          <a:prstGeom prst="roundRect">
            <a:avLst>
              <a:gd name="adj" fmla="val 2222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258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:4000 + UI :5173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· Assess · 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(any Bolt)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141732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417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(optional LLM)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1664208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40280" y="2468880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607040" y="224028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Generic: any GitHub/GitLab repo + any Neo4j — configured in .env only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Review any repository (GitHub or GitLab)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663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in .env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(default)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Built-in PR-512 scenario, no credentials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GITHUB_REPO, GITHUB_TOKEN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GitHub.com or Enterprise (GITHUB_API)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GITLAB_PROJECT, GITLAB_TOKEN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GitLab.com or self-hosted (GITLAB_API)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Neo4j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NEO4J_URI, USER, PASSWORD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Bolt DB — Aura, Desktop, Docker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Demo scenarios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mode (no .env): flagship PR-512 — billing/auth coupling + incident.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GitHub: set GITHUB_REPO + token → Refresh → pick your riskiest open PR.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flagship from ingest: PR-512.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live demo: PR-9 export handoff — Critical 100 with 16 evidence signals.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Enable live Aura Agent in the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Console → Account → API Keys → Client ID + Secret (secret shown once).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→ ReviewGraph AI → External access → copy invoke URL to AURA_AGENT_INVOKE_URL.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 → header shows Aura Live + Neo4j Connected → Ask the Graph tab.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docs/AURA_LIVE_INTEGRATION.md and SUBMISSION.md for evaluators.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Deploy to Neo4j Aura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Command / action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Copy .env.example to .env; set NEO4J_URI / USER / PASSWORD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Seed graph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npm run seed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CSVs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npm run dataset   -&gt;  data/processed/codereview/*.csv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Bulk import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 domains/codereview/import.cypher in Aura (LOAD CSV)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 agent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Push domains/codereview/agent.json via the Aura /agents API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npm run aura:verify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1 - Foundation: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PRs, Files, Modules, Dependencies, Text2Cypher (done).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2 - Knowledge: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 knowledge, ADRs, incidents (done).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3 - Memory: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memory, historical reasoning, learning from reviews (in progress).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4 - Autonomy: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recommendations, risk scoring, architecture governance.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docs/GETTING_STARTED.md — install, live repo, Aura, decks.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docs/GENERIC_REPO_SETUP.md — any GitHub/GitLab repo via .env only.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docs/AURA_LIVE_INTEGRATION.md — in-app Aura + Neo4j.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04-how-pr-analysis-works.pptx — sales/demo script for evaluators.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SUBMISSION.md — challenge summary + screenshot checklist.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ReviewGraph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ReviewGraph AI - Getting Started</dc:title>
  <dc:subject>Getting started</dc:subject>
  <dc:creator>ReviewGraph AI</dc:creator>
  <cp:lastModifiedBy>ReviewGraph AI</cp:lastModifiedBy>
  <cp:revision>1</cp:revision>
  <dcterms:created xsi:type="dcterms:W3CDTF">2026-06-03T09:15:23Z</dcterms:created>
  <dcterms:modified xsi:type="dcterms:W3CDTF">2026-06-03T09:15:23Z</dcterms:modified>
</cp:coreProperties>
</file>