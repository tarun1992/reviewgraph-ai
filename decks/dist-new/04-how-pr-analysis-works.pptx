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REVIEWGRAPH ANALYZES A PR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GitHub/GitLab diff to explainable risk score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ingest · org rules in repo · graph evidence · Aura Agent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One-line pitch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turns code review into a graph problem — not a diff-only LLM prompt.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ingests the PR, maps files to architecture, applies your incidents/ADRs, scores risk with cited evidence, syncs to Neo4j, and answers why in plain language.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ingestion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/ GitLab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gitlab.js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dataset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applyDataset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8388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questions.js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784080" y="2423160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0412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20116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seed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13258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325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34440" y="1783080"/>
            <a:ext cx="0" cy="22860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CODEOWNERS + .reviewgraph.json fetched from target repo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What we fetch (any repo via .env)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 metadata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Title, author, state, changed files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+ line — imports, secrets, coupling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Comments and reviewers when present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 rules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docs/reviewgraph-config.json, CODEOWNERS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History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 reverted PRs, incidents, lessons from config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Automatic architecture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file path → module → service (e.g. etl/export_handoff.py → etl → etl).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manual modeling per repository.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 rules mark security-sensitive paths and forbidden dependencies (ETL must not call iOS).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Eight evidence signals (explainable score)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Signal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Security-sensitive files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Changes under etl/** or auth paths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findings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Credential logging in patch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patterns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Cross-layer shortcut, coupling regression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Architecture violation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Breaks ADR / decision in config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Similar historical PR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change as reverted PR-412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Coupling regression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ETL → iOS after past incident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Blast radius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Downstream services may break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Lessons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Postmortem applies to this module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— Graph visualization (USP)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Columns: Change → Files → Services → Incidents → Policies → Lessons.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paths = violations, forbidden dependencies, linked incidents.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bar: blast radius, security files, policy violations, evidence count.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verdict cites graph nodes — not a black-box score.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Ask the Graph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828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tab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828800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828800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/api/ask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91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auraAgent.js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+ invoke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182880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Text2Cypher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1371600" cy="594360"/>
          </a:xfrm>
          <a:prstGeom prst="roundRect">
            <a:avLst>
              <a:gd name="adj" fmla="val 9231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828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DB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66760" y="182880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8288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21240" y="173736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17373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questions.js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375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377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2121408"/>
            <a:ext cx="27432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29800" y="251460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29800" y="2331720"/>
            <a:ext cx="-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2920" y="3063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 Aura Agent in-app when AURA_* keys are set; credentials stay on server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shows Aura Live + Neo4j Connected; sanitized JSON only to browser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 + Neo4j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graph synced to Neo4j: riskScore, riskLevel, AIChange, SecurityFinding.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Text2Cypher answers Ask the Graph questions.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engine assessment is injected so answers match the UI score.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Aura Console tools from domains/codereview/agent.json.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users adopt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412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Message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 manager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Scale review without missing repeat failures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Architect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ADRs enforced at PR time with audit trail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Sensitive paths + findings tied to files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Incidents and blast radius before merge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Developer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Actionable why — not generic lint noise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10-minute demo script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.env only — GITHUB_REPO, no code fork.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PR list → pick subtle PR (export handoff).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walk 3 evidence cards.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Evidence — red path to incident + reverted PR.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Ask: Why is this PR risky? — engine + Aura aligned.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boundaries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GitHub/GitLab token; rich analysis needs reviewgraph-config.json in the repo.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Complements tests and linters — adds organizational memory and explainability.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Console Cypher should match repo agent.json for full parity.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ReviewGraph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ReviewGraph AI - How PR Analysis Works</dc:title>
  <dc:subject>End-to-end PR analysis, evidence, and convincing users</dc:subject>
  <dc:creator>ReviewGraph AI</dc:creator>
  <cp:lastModifiedBy>ReviewGraph AI</cp:lastModifiedBy>
  <cp:revision>1</cp:revision>
  <dcterms:created xsi:type="dcterms:W3CDTF">2026-06-03T08:28:17Z</dcterms:created>
  <dcterms:modified xsi:type="dcterms:W3CDTF">2026-06-03T08:28:17Z</dcterms:modified>
</cp:coreProperties>
</file>